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Syrax — a voice agent you talk to like a person. It listens once, acts in real Chrome tabs, and installs as an app on desktop and Android. Creators: Ayush, Navam &amp; Sandeep.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Positioning: a personal browser agent. Everything it does happens in real tabs, so you always see and control the result. One responsive web app for laptop and phone.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all came directly from user feedback: safety (no accidental actions), speed (no wasted animation), and completeness (never cut a sentence short).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hard rules shape the architecture: local intent handles anything that acts (instant and safe), the LLM only ever chats and answers — it cannot open or play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reserve step is the popup trick: Chrome only allows window.open for ~5 seconds after a real click. We open the tab at mic-click and only navigate it later, so voice commands can never be blocked. Dangling-word flush prevents mid-sentence firing.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resolver races nine public sources (invidious, proxies, jina) client-side because serverless YouTube APIs are gone on GitHub Pages. First valid video ID wins; failure still lands you on YouTube search — the operation never hangs.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palette was swept across every screen and computed styles verified: zero leftover colors, 45 themed elements. The logo is drawn by a custom script — no image assets needed.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beats marketing: we say exactly what leaves the browser (prompt text to DeepSeek) instead of claiming privacy we can’t guarantee. No secrets are ever committed to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Everything on this deck was tested against the deployed site, not just locally — commands typed and results read back from real tabs before shipping each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URL for both experiences: the same responsive PWA runs on desktop and installs on Android. Questions?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640080"/>
            <a:ext cx="4937760" cy="4937760"/>
          </a:xfrm>
          <a:prstGeom prst="ellipse">
            <a:avLst/>
          </a:prstGeom>
          <a:noFill/>
          <a:ln w="1016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881360" y="4480560"/>
            <a:ext cx="2011680" cy="2011680"/>
          </a:xfrm>
          <a:prstGeom prst="ellipse">
            <a:avLst/>
          </a:prstGeom>
          <a:noFill/>
          <a:ln w="127000">
            <a:solidFill>
              <a:srgbClr val="0A14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737360" cy="457200"/>
          </a:xfrm>
          <a:prstGeom prst="roundRect">
            <a:avLst/>
          </a:prstGeom>
          <a:noFill/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737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3B82F6"/>
                </a:solidFill>
                <a:latin typeface="Calibri"/>
              </a:rPr>
              <a:t>MARK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8686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0" b="1">
                <a:solidFill>
                  <a:srgbClr val="FFFFFF"/>
                </a:solidFill>
                <a:latin typeface="Calibri"/>
              </a:rPr>
              <a:t>SYRAX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566160"/>
            <a:ext cx="3108960" cy="6400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767328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>
                <a:solidFill>
                  <a:srgbClr val="CFE3FF"/>
                </a:solidFill>
                <a:latin typeface="Calibri"/>
              </a:rPr>
              <a:t>Voice-Driven 3D Particle Web UI Agent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3C5FD"/>
                </a:solidFill>
                <a:latin typeface="Calibri"/>
              </a:rPr>
              <a:t>Speak  ·  Search  ·  Play — in real browser tabs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Created by Ayush, Navam &amp; Sandeep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B82F6"/>
                </a:solidFill>
                <a:latin typeface="Calibri"/>
              </a:rPr>
              <a:t>Live:  https://ayushupadhyay90.github.io/Syrax/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What is Syrax?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50">
                <a:solidFill>
                  <a:srgbClr val="CFE3FF"/>
                </a:solidFill>
                <a:latin typeface="Calibri"/>
              </a:rPr>
              <a:t>•  Voice-controlled AI assistant that runs entirely in your browser</a:t>
            </a:r>
          </a:p>
          <a:p>
            <a:pPr>
              <a:spcAft>
                <a:spcPts val="1600"/>
              </a:spcAft>
            </a:pPr>
            <a:r>
              <a:rPr sz="1850">
                <a:solidFill>
                  <a:srgbClr val="CFE3FF"/>
                </a:solidFill>
                <a:latin typeface="Calibri"/>
              </a:rPr>
              <a:t>•  3D particle interface reacts to your voice and to every action</a:t>
            </a:r>
          </a:p>
          <a:p>
            <a:pPr>
              <a:spcAft>
                <a:spcPts val="1600"/>
              </a:spcAft>
            </a:pPr>
            <a:r>
              <a:rPr sz="1850">
                <a:solidFill>
                  <a:srgbClr val="CFE3FF"/>
                </a:solidFill>
                <a:latin typeface="Calibri"/>
              </a:rPr>
              <a:t>•  Operates REAL Chrome tabs — never an embedded fake panel</a:t>
            </a:r>
          </a:p>
          <a:p>
            <a:pPr>
              <a:spcAft>
                <a:spcPts val="1600"/>
              </a:spcAft>
            </a:pPr>
            <a:r>
              <a:rPr sz="1850">
                <a:solidFill>
                  <a:srgbClr val="CFE3FF"/>
                </a:solidFill>
                <a:latin typeface="Calibri"/>
              </a:rPr>
              <a:t>•  Installable on desktop + Android from a single link (PWA)</a:t>
            </a:r>
          </a:p>
          <a:p>
            <a:pPr>
              <a:spcAft>
                <a:spcPts val="1600"/>
              </a:spcAft>
            </a:pPr>
            <a:r>
              <a:rPr sz="1850">
                <a:solidFill>
                  <a:srgbClr val="CFE3FF"/>
                </a:solidFill>
                <a:latin typeface="Calibri"/>
              </a:rPr>
              <a:t>•  Brain: DeepSeek deepseek-flash  ·  Voice: Web Speech STT + fast TTS</a:t>
            </a:r>
          </a:p>
          <a:p>
            <a:pPr>
              <a:spcAft>
                <a:spcPts val="1600"/>
              </a:spcAft>
            </a:pPr>
            <a:r>
              <a:rPr sz="1850">
                <a:solidFill>
                  <a:srgbClr val="CFE3FF"/>
                </a:solidFill>
                <a:latin typeface="Calibri"/>
              </a:rPr>
              <a:t>•  Answers questions, opens pages, searches the web, plays music — hands-free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One-shot mic: listens for one command, then ALWAYS turns itself off</a:t>
            </a:r>
          </a:p>
          <a:p>
            <a:pPr>
              <a:spcAft>
                <a:spcPts val="13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Instant halt: “stop Syrax”, “stop”, “shut up” — everything stops at once</a:t>
            </a:r>
          </a:p>
          <a:p>
            <a:pPr>
              <a:spcAft>
                <a:spcPts val="13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Questions are heard but never executed — clear commands only</a:t>
            </a:r>
          </a:p>
          <a:p>
            <a:pPr>
              <a:spcAft>
                <a:spcPts val="13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“Play a song” → asks which song → your answer plays the direct video</a:t>
            </a:r>
          </a:p>
          <a:p>
            <a:pPr>
              <a:spcAft>
                <a:spcPts val="13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Search chains wait for your FULL sentence before acting (no early fires)</a:t>
            </a:r>
          </a:p>
          <a:p>
            <a:pPr>
              <a:spcAft>
                <a:spcPts val="13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Zero animation noise while executing — quiet status text, then the tab opens</a:t>
            </a:r>
          </a:p>
          <a:p>
            <a:pPr>
              <a:spcAft>
                <a:spcPts val="13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Mic never hears video/audio — all media is muted while listening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Frontend: React + Vite + Tailwind CSS  —  fast, minimal, themeable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3D layer: Three.js particle system (vendor-split for a light main bundle)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Brain: DeepSeek API — JSON mode, thinking off, temperature 0.5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Voice: Web Speech API for STT; layered TTS (fish → pocket → browser voice)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Browser ops: popup-proof reserved tab + real window navigation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Storage: localStorage — chat history + one-time API key per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" y="502920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Mic / STT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2195" y="5148072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9979" y="502920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Intent Gate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5083" y="5148072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2867" y="502920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DeepSeek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7971" y="5148072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45755" y="502920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Tab 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859" y="5148072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78643" y="502920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TTS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The Voice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50">
                <a:solidFill>
                  <a:srgbClr val="FFFFFF"/>
                </a:solidFill>
                <a:latin typeface="Calibri"/>
              </a:rPr>
              <a:t>•  1.  Mic tap reserves a REAL tab synchronously — inside the user gesture</a:t>
            </a:r>
          </a:p>
          <a:p>
            <a:pPr>
              <a:spcAft>
                <a:spcPts val="15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2.  STT buffers your speech; fires only once the sentence is complete</a:t>
            </a:r>
          </a:p>
          <a:p>
            <a:pPr>
              <a:spcAft>
                <a:spcPts val="15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3.  Local intent parser matches the command instantly (clear commands)</a:t>
            </a:r>
          </a:p>
          <a:p>
            <a:pPr>
              <a:spcAft>
                <a:spcPts val="15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4.  LLM answers questions — but is never allowed to execute actions</a:t>
            </a:r>
          </a:p>
          <a:p>
            <a:pPr>
              <a:spcAft>
                <a:spcPts val="15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5.  Action navigates the reserved tab — popup blockers can’t stop it</a:t>
            </a:r>
          </a:p>
          <a:p>
            <a:pPr>
              <a:spcAft>
                <a:spcPts val="15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6.  TTS replies at 1.1× speed, then the mic returns to OFF (one-shot)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" y="507492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Mic tap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2195" y="5193792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9979" y="507492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Listen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5083" y="5193792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2867" y="507492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7971" y="5193792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45755" y="507492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Act in tab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859" y="5193792"/>
            <a:ext cx="310896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3B82F6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78643" y="5074920"/>
            <a:ext cx="1965960" cy="713232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CFE3FF"/>
                </a:solidFill>
                <a:latin typeface="Calibri"/>
              </a:rPr>
              <a:t>Reply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Real Browser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Every operation opens in a REAL Chrome tab — user requirement, always visible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Popup-blocker-proof: tab reserved at mic-click, commands only navigate it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Play → direct YouTube watch URL via a 9-source parallel resolver (~2 s)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Resolver slow or down? → YouTube results page fallback — the tab ALWAYS opens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Searches continue in the already-open tab — zero tab stacking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“Open YouTube” always lands on the homepage — never stale content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CFE3FF"/>
                </a:solidFill>
                <a:latin typeface="Calibri"/>
              </a:rPr>
              <a:t>•  Now-playing strip appears while music plays, clears when you close the tab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Design &amp;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Theme: electric blue #3B82F6 on deep-space #040711 — one coherent palette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Bold SYRAX wordmark + “SYRAX — Mark 1” badge (STT mishear “cyrex” is auto-fixed)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Majestic chat-bubble crown logo — generated as scalable, maskable PWA icon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Glow language: live status line, mic rings, pulsing side panels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Android-first responsive layout: stacking grid, capped lists, sized hero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Minimal UI: two slim panels, one conversation, nothing that competes with voice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394960"/>
            <a:ext cx="2011680" cy="566928"/>
          </a:xfrm>
          <a:prstGeom prst="roundRect">
            <a:avLst/>
          </a:prstGeom>
          <a:solidFill>
            <a:srgbClr val="040711"/>
          </a:solidFill>
          <a:ln w="15875">
            <a:solidFill>
              <a:srgbClr val="6474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93C5FD"/>
                </a:solidFill>
                <a:latin typeface="Calibri"/>
              </a:rPr>
              <a:t>#040711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5394960"/>
            <a:ext cx="2011680" cy="566928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6016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93C5FD"/>
                </a:solidFill>
                <a:latin typeface="Calibri"/>
              </a:rPr>
              <a:t>#1E40AF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5394960"/>
            <a:ext cx="2011680" cy="566928"/>
          </a:xfrm>
          <a:prstGeom prst="round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6016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93C5FD"/>
                </a:solidFill>
                <a:latin typeface="Calibri"/>
              </a:rPr>
              <a:t>#3B82F6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26680" y="5394960"/>
            <a:ext cx="2011680" cy="566928"/>
          </a:xfrm>
          <a:prstGeom prst="roundRect">
            <a:avLst/>
          </a:prstGeom>
          <a:solidFill>
            <a:srgbClr val="CFE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6016752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0">
                <a:solidFill>
                  <a:srgbClr val="93C5FD"/>
                </a:solidFill>
                <a:latin typeface="Calibri"/>
              </a:rPr>
              <a:t>#CFE3FF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Privacy &amp; Security — Honest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No false privacy claims anywhere — all “privacy-first” wording removed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The truth, stated in-app: DeepSeek API processes your prompts (provider storage)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API key is entered once per device and lives only in that browser’s localStorage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Repo stays public and key-free; ?key= links save the key, then strip themselves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One-shot mic — Syrax never keeps listening in the background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All media muted while listening: the mic hears you, never the video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Deploy &amp;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Push to main → GitHub Actions builds → GitHub Pages auto-deploys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PWA: manifest + service worker, relative paths — installs on desktop &amp; Android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End-to-end verified LIVE: play → direct video · open → homepage · search → Google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Also verified: two-step song ask, halt commands, now-playing strip lifecycle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Hashed bundles — if a change looks stale, one Ctrl+F5 loads the latest</a:t>
            </a:r>
          </a:p>
          <a:p>
            <a:pPr>
              <a:spcAft>
                <a:spcPts val="1400"/>
              </a:spcAft>
            </a:pPr>
            <a:r>
              <a:rPr sz="1750">
                <a:solidFill>
                  <a:srgbClr val="CFE3FF"/>
                </a:solidFill>
                <a:latin typeface="Calibri"/>
              </a:rPr>
              <a:t>•  Stack: Vite · React · Three.js · Tailwind · DeepSeek · GitHub Pages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407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75488"/>
            <a:ext cx="566928" cy="6858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112471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>
                <a:solidFill>
                  <a:srgbClr val="FFFFFF"/>
                </a:solidFill>
                <a:latin typeface="Calibri"/>
              </a:rPr>
              <a:t>Links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19088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Calibri"/>
              </a:rPr>
              <a:t>SYRAX — Mark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0" y="6419088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Calibri"/>
              </a:rPr>
              <a:t>10 / 10</a:t>
            </a:r>
          </a:p>
        </p:txBody>
      </p:sp>
      <p:sp>
        <p:nvSpPr>
          <p:cNvPr id="7" name="Oval 6"/>
          <p:cNvSpPr/>
          <p:nvPr/>
        </p:nvSpPr>
        <p:spPr>
          <a:xfrm>
            <a:off x="10881360" y="-1005840"/>
            <a:ext cx="2377440" cy="2377440"/>
          </a:xfrm>
          <a:prstGeom prst="ellipse">
            <a:avLst/>
          </a:prstGeom>
          <a:noFill/>
          <a:ln w="7620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75720" y="32004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783080"/>
            <a:ext cx="5486400" cy="2743200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493776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82F6"/>
                </a:solidFill>
                <a:latin typeface="Calibri"/>
              </a:rPr>
              <a:t>USE IT NOW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Desktop app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CFE3FF"/>
                </a:solidFill>
                <a:latin typeface="Calibri"/>
              </a:rPr>
              <a:t>https://ayushupadhyay90.github.io/Syrax/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Mobile (Android)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CFE3FF"/>
                </a:solidFill>
                <a:latin typeface="Calibri"/>
              </a:rPr>
              <a:t>Same link → Chrome ⋮ → “Add to Home screen”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83080"/>
            <a:ext cx="5349240" cy="2743200"/>
          </a:xfrm>
          <a:prstGeom prst="roundRect">
            <a:avLst/>
          </a:prstGeom>
          <a:solidFill>
            <a:srgbClr val="0A142C"/>
          </a:solidFill>
          <a:ln w="15875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11680"/>
            <a:ext cx="47548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93C5FD"/>
                </a:solidFill>
                <a:latin typeface="Calibri"/>
              </a:rPr>
              <a:t>ROADMAP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CFE3FF"/>
                </a:solidFill>
                <a:latin typeface="Calibri"/>
              </a:rPr>
              <a:t>•  Fish Audio voice clone (JARVIS voice)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CFE3FF"/>
                </a:solidFill>
                <a:latin typeface="Calibri"/>
              </a:rPr>
              <a:t>•  Faster STT tuning + more local actions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CFE3FF"/>
                </a:solidFill>
                <a:latin typeface="Calibri"/>
              </a:rPr>
              <a:t>•  Longer memory &amp; multi-step tasks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CFE3FF"/>
                </a:solidFill>
                <a:latin typeface="Calibri"/>
              </a:rPr>
              <a:t>•  Widget / always-on assistant mode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3C5FD"/>
                </a:solidFill>
                <a:latin typeface="Calibri"/>
              </a:rPr>
              <a:t>Syrax — Mark 1  ·  Created by Ayush, Navam &amp; Sandeep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